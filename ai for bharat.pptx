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2" r:id="rId3"/>
    <p:sldId id="265" r:id="rId4"/>
    <p:sldId id="264" r:id="rId5"/>
    <p:sldId id="263" r:id="rId6"/>
    <p:sldId id="267" r:id="rId7"/>
    <p:sldId id="266" r:id="rId8"/>
    <p:sldId id="261" r:id="rId9"/>
    <p:sldId id="260" r:id="rId10"/>
    <p:sldId id="259" r:id="rId11"/>
    <p:sldId id="269" r:id="rId12"/>
    <p:sldId id="268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495B0-7D37-40A2-B446-55F18ABBB98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1FC99-2BAC-43DE-9CF6-54ADEAD9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4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26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155B6-DA49-A5DE-33A1-72AD8C88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50C316-62A4-2750-80A3-7DD16DC33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43E06-05E1-49FD-B81F-457A0F403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49BDE-615D-9C30-C5C2-EB84CDBC0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53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FBF0-14F6-EFF3-A326-46BEF8F0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2BF2B-4F95-E4E5-99A3-B481204FE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FB442-D79A-F17C-4094-C9258216A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323A-8776-936A-8304-9B4BFC203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2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B0FD-3622-E7DB-30B4-F62326DA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5F372-62EF-CF83-39CA-DC1EA10AE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E9770-9B9C-983D-6BEA-88F9F0B64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86BE3-8DDD-9266-8BD2-6DEE07774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33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A404D-67D2-CEA8-C2A0-4AB33E89E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F10FF-EF91-2983-470F-7E5556EEB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6E099-F6A0-3F42-4838-36B6B2E17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9BA33-587B-8BDD-AF7C-B0DE9B72A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80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48C7-B98F-FEF0-7F91-6FD720BA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80481-B04C-FCF2-FE6C-9C693413C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305A8-BB23-69DC-1ACC-52667DBC5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26E54-C9EB-8CCF-BF79-63B161AE9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5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1FF9-1DC9-31E7-14D1-850D576D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087E7-D060-3663-3340-909409283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D681F-A0BD-0975-1FC6-7D2F24220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82BA6-D56E-2B5D-A52C-096C25543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57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6AA51-F65E-F74E-45E1-7B5457B2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814E3-775F-3CEB-5169-2EEEB3749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1FDD2-7D4D-939C-5398-35C26A7ED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ACE85-CD57-61F3-F697-4EB6B1A9F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60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4751-DE4E-7EBF-ABCD-17C6F79B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F6483-8DF0-5150-8317-10104CEE1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64DF3-B06A-8692-FFB4-06B9AB629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BDF1B-24EC-7D05-27B2-C69B86342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39F13-C91C-1947-110F-89C12E38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BA13F-5056-4762-5589-FCAD5D523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AFF47-911C-2590-F38A-01E2FF666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77588-DE20-7F39-0D4D-AC85C5162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06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F745A-6DBA-D72E-390D-241DD5BD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82D07-E4CF-2C70-0417-CF284DA64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8DF64-57F1-4FFE-EDAA-94BC6B8F4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DBDA4-F15D-4056-7830-C71A18A67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09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DBC5-0AFA-CCBD-7B74-09D8CBBF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C146B-C75C-91C5-CE07-3E372D1B3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32ACA-1306-1C2C-3B68-2E911FDE4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CE899-0877-8AC0-7735-BADDA2047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13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4B77-896B-A3E2-F3E2-DC69BCFF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607DF-6805-63EE-F8B8-29201745B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F5DFB-37F2-6624-67A0-C20404760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3C88A-543A-78F2-8FCA-8BB0B9883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FC99-2BAC-43DE-9CF6-54ADEAD9D5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0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2F594-3C2A-D6D2-57C3-7A95D5F70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5A11A-3132-8D94-A6EB-D00CF7E0D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16F5E-231F-38C6-66A0-21EB0DBA8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9280E-F083-4FC3-93AD-5E37E109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16D81-B39C-81F0-60DD-CB81812E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5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ABA1-290F-5993-C602-EEFB94600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A1F5C-7629-AFF6-94D2-E8DB80290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F840C-06EA-8D8B-AC60-92A96FCA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F3D7B-EA8D-F732-5CF8-09E3D970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652FB-FD71-9B8C-D42B-C28A90FD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2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6B01-4A52-EA4A-1EF6-90AE3162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0FEF4-7511-7C01-9D31-990C7818C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328F2-F6B2-17F3-82F8-A66CB9B2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43CE9-EE45-0BE8-7A8B-99F534693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14718-55B3-18A0-ABD8-E431B936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1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6B8D-C4DE-86A6-D85A-B822CADC3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F8628-F85D-4026-BE9A-86C1CB3F3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68FEE-109B-F20E-E584-7A8C53444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17E9D-84F8-2248-1F2D-F9D196FA5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1508D-A361-C384-6AF4-D14BE130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0ECF1-FBC8-5F10-3B00-BBA6A3E9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32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BBF6-3877-967E-7AC8-265A435D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10EC-55F9-D340-1B73-3A4F61D2A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45044-CAD5-72D4-4AEF-F7629F20C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C7DCD-86E2-95B0-67CF-DA2C13341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060C3C-7FFF-44B1-8F37-EE52D901AE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32973-A178-7CA6-1B3C-2FFD6BB7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E525C-2036-3D12-6069-52A158C2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CD8BD5-50BE-55C7-C0AF-94CFF459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4B5C-6272-7ED9-DE21-6D3B4D89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69F38-E800-C80A-9FB0-C2AC0640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93FEB-4108-4590-2590-9679CFF2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5325-F84B-0662-C132-238299FC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4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B5E9C3-4CBB-3D62-C756-C3D6ED24C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E68C5-5D42-772E-E298-F3A9BE96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ABF00-A2CF-14C2-1E81-1A556D91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4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9E61-B6A9-1EAA-6B38-04B2B323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5CEC-D926-F34D-039E-EED643648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FC2B3-4F3F-3CF1-DE51-8DFB66328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A153C-5FDE-A2D9-B504-FA5656DCE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A3042-C00C-E91F-FC99-0F83D75A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EA545-AC8A-912C-641F-ECFB7EF7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0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0FFD-987D-DCAA-A200-283C092DF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A6738D-57DC-F38A-5355-D1D27BB54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E51AF-F0DC-A61E-A117-F55393499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32687-B02D-683A-54D4-08FDAE78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DBC15-BCAD-703C-AE1A-AB5D585A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C241E-9B1F-BE57-BCA6-6DA8AD81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9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5AF9-69C2-2391-BAED-8E5749C0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F78BA-ABC6-9A4F-4820-E2154A78A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16C14-AC5C-638C-4BDF-516B44A4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3468B-95F4-C18A-DC61-3287AECE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77FF5-21DB-81D8-A59D-9423B55C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1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880DFF-9501-CEA5-D32B-7ABE04F49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55D25-55C1-04FD-6F24-EA034E85B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A89D7-AF4A-227F-FCCE-383AA3461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F30C9-9518-5E74-5E48-F7A2EF7C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0A74A-4FF5-89F0-B180-77EA403D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1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1DA58-D8A1-D20B-22B3-5750F871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E6701-E9BB-3187-08F7-E9049A03E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DB04D-4D3F-0226-DAD5-05409B45B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B74B6-2FE6-42E4-B8A9-3E14AC59E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308EC-54C9-57E7-CCEE-DB48DBAF2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91698-8AE0-CDE3-FFB7-282AC7165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5A082-8453-4E55-ABE5-842EFD71F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7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FE22CCA5-A0B2-10CD-9E83-951FB9527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2B2A6A1-EFC0-E88F-B9F3-53FDEDCDF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A0AAC68F-29A0-725C-2182-5614062AA35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96A1C5-41C8-422A-CA22-1F6584FC27DA}"/>
              </a:ext>
            </a:extLst>
          </p:cNvPr>
          <p:cNvSpPr txBox="1"/>
          <p:nvPr/>
        </p:nvSpPr>
        <p:spPr>
          <a:xfrm>
            <a:off x="2231471" y="4664281"/>
            <a:ext cx="4295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Hack4Impact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729E44-6E11-7E35-CD1D-36A1F1254706}"/>
              </a:ext>
            </a:extLst>
          </p:cNvPr>
          <p:cNvSpPr txBox="1"/>
          <p:nvPr/>
        </p:nvSpPr>
        <p:spPr>
          <a:xfrm>
            <a:off x="3196206" y="5195344"/>
            <a:ext cx="3112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Gowrish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DCD97A-AD33-6277-1E8B-E6DB33C838F5}"/>
              </a:ext>
            </a:extLst>
          </p:cNvPr>
          <p:cNvSpPr txBox="1"/>
          <p:nvPr/>
        </p:nvSpPr>
        <p:spPr>
          <a:xfrm>
            <a:off x="3263317" y="5761140"/>
            <a:ext cx="8405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AI for Learning &amp; Developer Productivity</a:t>
            </a:r>
          </a:p>
        </p:txBody>
      </p:sp>
    </p:spTree>
    <p:extLst>
      <p:ext uri="{BB962C8B-B14F-4D97-AF65-F5344CB8AC3E}">
        <p14:creationId xmlns:p14="http://schemas.microsoft.com/office/powerpoint/2010/main" val="179207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7EB84-40E5-B1E5-4DCC-DF81C509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C9A0AD-CF22-02D0-4615-B746265A7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24218F-3925-6B7E-6D56-1EB801AE7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CF1727-0B33-F399-F4E0-A7EAFE1483A9}"/>
              </a:ext>
            </a:extLst>
          </p:cNvPr>
          <p:cNvSpPr/>
          <p:nvPr/>
        </p:nvSpPr>
        <p:spPr>
          <a:xfrm>
            <a:off x="226503" y="696533"/>
            <a:ext cx="5939406" cy="26760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Brief about the Idea: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Bolt AI Tutor (Saarathi) is an AI-powered interactive learning platform that provides a real-time AI mentor capable of teaching concepts through voice, text, and video explanations.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Unlike traditional platforms that provide static video lectures, Saarathi generates dynamic lessons based on the learner’s skill level.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45295-FD45-9DA9-6542-0E150BC1D006}"/>
              </a:ext>
            </a:extLst>
          </p:cNvPr>
          <p:cNvSpPr/>
          <p:nvPr/>
        </p:nvSpPr>
        <p:spPr>
          <a:xfrm>
            <a:off x="985707" y="3654942"/>
            <a:ext cx="4420998" cy="28296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idea: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Personalized AI tutor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Real-time explanations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Voice and text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Adaptive learning for students and developers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platform converts passive learning into an interactive AI-driven experience.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B34254-3979-60BE-483C-8678C58A0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475" y="2106002"/>
            <a:ext cx="5274331" cy="358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7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CF800-C31E-CA63-51CD-A5969C882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7D8228-3A26-24DF-0B6C-14A93C906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7B7402-4D31-9862-D4FC-621765A28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4C5123-1F3C-B899-19C1-10742A5F4FE4}"/>
              </a:ext>
            </a:extLst>
          </p:cNvPr>
          <p:cNvSpPr txBox="1"/>
          <p:nvPr/>
        </p:nvSpPr>
        <p:spPr>
          <a:xfrm>
            <a:off x="369115" y="2028552"/>
            <a:ext cx="3523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C99D18-DAE3-F097-AC2D-0AFE95690194}"/>
              </a:ext>
            </a:extLst>
          </p:cNvPr>
          <p:cNvSpPr/>
          <p:nvPr/>
        </p:nvSpPr>
        <p:spPr>
          <a:xfrm>
            <a:off x="570450" y="2028551"/>
            <a:ext cx="3120706" cy="37514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u="sng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AI is Required</a:t>
            </a:r>
          </a:p>
          <a:p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 enables: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Personalized learning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Real-time explanation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Intelligent doubt solving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Adaptive teaching based on user performance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E25951-781F-7FD4-E010-7CC3CA08CC08}"/>
              </a:ext>
            </a:extLst>
          </p:cNvPr>
          <p:cNvSpPr/>
          <p:nvPr/>
        </p:nvSpPr>
        <p:spPr>
          <a:xfrm>
            <a:off x="4328719" y="1174459"/>
            <a:ext cx="3816991" cy="510140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u="sng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AWS is Used</a:t>
            </a:r>
          </a:p>
          <a:p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AWS cloud powers the system: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Amazon Bedrock → AI lesson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Amazon Transcribe → Speech-to-text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Amazon Polly → AI voice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Amazon S3 → Content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Amazon DynamoDB → Learning data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AWS Lambda → Serverless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CloudFront → Fast content delivery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7572F7-C501-F761-EC70-6B785E3F5188}"/>
              </a:ext>
            </a:extLst>
          </p:cNvPr>
          <p:cNvSpPr/>
          <p:nvPr/>
        </p:nvSpPr>
        <p:spPr>
          <a:xfrm>
            <a:off x="8875552" y="1442906"/>
            <a:ext cx="2575420" cy="450488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u="sng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 of AI Layer</a:t>
            </a:r>
          </a:p>
          <a:p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 transforms learning by providing: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Instant explanations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Adaptive difficulty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Interactive two-way teaching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Personalized 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16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534E-3929-1F92-BDD5-96F65A05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DDBB6D-A537-3824-3A6C-E6CA842AC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F66089-CD86-CBC6-7251-35D6A4752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381861-EA08-1EB0-80D1-391DE2DEA26E}"/>
              </a:ext>
            </a:extLst>
          </p:cNvPr>
          <p:cNvSpPr txBox="1"/>
          <p:nvPr/>
        </p:nvSpPr>
        <p:spPr>
          <a:xfrm>
            <a:off x="201335" y="1006679"/>
            <a:ext cx="562062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 these features:</a:t>
            </a:r>
          </a:p>
          <a:p>
            <a:endParaRPr lang="en-US" dirty="0"/>
          </a:p>
          <a:p>
            <a:r>
              <a:rPr lang="en-US" sz="2400" b="1" u="sng" dirty="0"/>
              <a:t>Core Features</a:t>
            </a:r>
          </a:p>
          <a:p>
            <a:r>
              <a:rPr lang="en-US" sz="2000" dirty="0"/>
              <a:t>1️⃣ Smart onboarding &amp; skill detection</a:t>
            </a:r>
            <a:br>
              <a:rPr lang="en-US" sz="2000" dirty="0"/>
            </a:br>
            <a:r>
              <a:rPr lang="en-US" sz="2000" dirty="0"/>
              <a:t>2️⃣ Real-time AI video tutor</a:t>
            </a:r>
            <a:br>
              <a:rPr lang="en-US" sz="2000" dirty="0"/>
            </a:br>
            <a:r>
              <a:rPr lang="en-US" sz="2000" dirty="0"/>
              <a:t>3️⃣ Adaptive learning engine</a:t>
            </a:r>
            <a:br>
              <a:rPr lang="en-US" sz="2000" dirty="0"/>
            </a:br>
            <a:r>
              <a:rPr lang="en-US" sz="2000" dirty="0"/>
              <a:t>4️⃣ Voice + text doubt solving</a:t>
            </a:r>
            <a:br>
              <a:rPr lang="en-US" sz="2000" dirty="0"/>
            </a:br>
            <a:r>
              <a:rPr lang="en-US" sz="2000" dirty="0"/>
              <a:t>5️⃣ AI-generated quizzes &amp; practice questions</a:t>
            </a:r>
            <a:br>
              <a:rPr lang="en-US" sz="2000" dirty="0"/>
            </a:br>
            <a:r>
              <a:rPr lang="en-US" sz="2000" dirty="0"/>
              <a:t>6️⃣ Progress tracking &amp; analytics dashboard</a:t>
            </a:r>
            <a:br>
              <a:rPr lang="en-US" sz="2000" dirty="0"/>
            </a:br>
            <a:r>
              <a:rPr lang="en-US" sz="2000" dirty="0"/>
              <a:t>7️⃣ Multi-language support for Indian users</a:t>
            </a:r>
            <a:br>
              <a:rPr lang="en-US" sz="2000" dirty="0"/>
            </a:br>
            <a:r>
              <a:rPr lang="en-US" sz="2000" dirty="0"/>
              <a:t>8️⃣ Developer productivity tools (code explanation)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E35D6-56BB-6B47-EA90-1F9A37BAE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408" y="1347156"/>
            <a:ext cx="4999839" cy="474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5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250F7-CF96-3750-7B0C-2EF73CA7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8DB344-DA64-CAB4-E61C-0744BB5E5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A32411-E605-8E9A-7B8E-80326E1D5B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F6C32E-BD10-599D-B3F4-9A2EEE6E9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22" y="635248"/>
            <a:ext cx="10737908" cy="599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4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1B3F0-D109-999C-6BC3-22A5EB21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A1AE6A-0AEC-7BAF-2DD7-9F5BC4440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2CEB7A-58A0-D75C-BA4E-63387838C2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BF84D7-16B0-C88A-894D-FBBAAAA71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1" y="606708"/>
            <a:ext cx="4748338" cy="2539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B8AF512-71D6-4182-4B54-05F4386E64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890" y="747099"/>
            <a:ext cx="7029364" cy="12103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FA1326-4BA5-3635-FF38-CA3A34936C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1" y="3645017"/>
            <a:ext cx="5428741" cy="29129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A7C731-E4E7-6689-B62C-0961BF139B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813" y="3212983"/>
            <a:ext cx="6289441" cy="334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7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BB4A2-1FED-7DBD-43E4-1A599606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BB0871-5B46-5C0F-43F2-A7291829B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42F3C-3142-02C7-23C4-74DA8AB25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C3AB7A-D6EF-AD88-7234-A7C018ECC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76" y="614160"/>
            <a:ext cx="10813410" cy="604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3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72AC2-A1E2-07AE-E6EC-6A5DC7B9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22872D-4BE9-6CDD-D486-6553E16CD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35D745-353C-0D4D-1B4D-2986B0994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544F1E-0DC7-3B6A-9BD8-E9FEADFD7BB3}"/>
              </a:ext>
            </a:extLst>
          </p:cNvPr>
          <p:cNvSpPr txBox="1"/>
          <p:nvPr/>
        </p:nvSpPr>
        <p:spPr>
          <a:xfrm>
            <a:off x="293615" y="922789"/>
            <a:ext cx="11417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Technologies: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01CF1-3975-5C96-AC63-2766780B7362}"/>
              </a:ext>
            </a:extLst>
          </p:cNvPr>
          <p:cNvSpPr txBox="1"/>
          <p:nvPr/>
        </p:nvSpPr>
        <p:spPr>
          <a:xfrm>
            <a:off x="570452" y="1767377"/>
            <a:ext cx="3766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1CEB85-3D23-3DE7-B7AA-EC6EAEEBB733}"/>
              </a:ext>
            </a:extLst>
          </p:cNvPr>
          <p:cNvSpPr/>
          <p:nvPr/>
        </p:nvSpPr>
        <p:spPr>
          <a:xfrm>
            <a:off x="4014132" y="790660"/>
            <a:ext cx="3313652" cy="284365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 &amp; ML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Amazon Bedrock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 Avatar Engine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Personalization Engine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14B5F9-FACF-FF40-14E6-4FF2A739758C}"/>
              </a:ext>
            </a:extLst>
          </p:cNvPr>
          <p:cNvSpPr/>
          <p:nvPr/>
        </p:nvSpPr>
        <p:spPr>
          <a:xfrm>
            <a:off x="741727" y="2830010"/>
            <a:ext cx="2508308" cy="341431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Cloud (AWS)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AWS EC2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AWS Lambda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 Gateway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Amazon S3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DynamoDB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CloudFront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DC42C0-1A77-3D30-59C3-FCF756F3FC98}"/>
              </a:ext>
            </a:extLst>
          </p:cNvPr>
          <p:cNvSpPr/>
          <p:nvPr/>
        </p:nvSpPr>
        <p:spPr>
          <a:xfrm>
            <a:off x="9173362" y="2090035"/>
            <a:ext cx="2147581" cy="2134563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React.js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 / CSS / JavaScript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1CDA86-99DF-6449-EB69-A44D8C576C3D}"/>
              </a:ext>
            </a:extLst>
          </p:cNvPr>
          <p:cNvSpPr/>
          <p:nvPr/>
        </p:nvSpPr>
        <p:spPr>
          <a:xfrm>
            <a:off x="5670958" y="4159745"/>
            <a:ext cx="2399251" cy="2607203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400" u="sng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</a:p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FastAPI / Python</a:t>
            </a:r>
          </a:p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REST APIs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E435E4-F218-FCFA-1913-541EFFA5FC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551" y="4632385"/>
            <a:ext cx="3903201" cy="21345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0C8D96-64E9-DD87-8F08-9266521FB0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960" y="3796016"/>
            <a:ext cx="2350998" cy="13237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CFB342-B2CC-D0E8-2037-69041117C1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583" y="790660"/>
            <a:ext cx="2282364" cy="128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49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177A-4C65-DAC4-2933-979F26D7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8A5B2-10DA-C0E1-EAE9-04761ED01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8250A3-5672-6358-C9BC-00AFB2FCCA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17ADC9-54DF-3402-688E-FF8251945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41" y="637591"/>
            <a:ext cx="10729518" cy="599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9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13F0-232C-CF8E-74B6-81A9A8DE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2C217D-57CD-F931-7A9B-F66CF7914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3ED9ED-DD23-4906-6A2D-0AB6FB378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0A04D2-EE54-3859-A676-167690872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96" y="1550056"/>
            <a:ext cx="5276586" cy="41685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15A64A-0D77-C560-191B-C84B002FD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162" y="1550056"/>
            <a:ext cx="5632824" cy="416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57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F76F-9F67-8531-4F82-F22BDEB5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380B58-53D4-7FC7-423B-22A4AF9B9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B37538-52E5-D01F-6B1D-C0C8B136D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8E75B7-A662-56D3-417D-8421B2180050}"/>
              </a:ext>
            </a:extLst>
          </p:cNvPr>
          <p:cNvSpPr txBox="1"/>
          <p:nvPr/>
        </p:nvSpPr>
        <p:spPr>
          <a:xfrm>
            <a:off x="911342" y="1110396"/>
            <a:ext cx="112831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u="sng" dirty="0"/>
              <a:t>Prototype Performance:</a:t>
            </a:r>
          </a:p>
          <a:p>
            <a:r>
              <a:rPr lang="en-US" dirty="0"/>
              <a:t>Average AI response time: </a:t>
            </a:r>
            <a:r>
              <a:rPr lang="en-US" b="1" dirty="0"/>
              <a:t>2–4 seconds</a:t>
            </a:r>
            <a:endParaRPr lang="en-US" dirty="0"/>
          </a:p>
          <a:p>
            <a:r>
              <a:rPr lang="en-US" dirty="0"/>
              <a:t>Voice processing latency: </a:t>
            </a:r>
            <a:r>
              <a:rPr lang="en-US" b="1" dirty="0"/>
              <a:t>&lt;2 seconds</a:t>
            </a:r>
            <a:endParaRPr lang="en-US" dirty="0"/>
          </a:p>
          <a:p>
            <a:r>
              <a:rPr lang="en-US" dirty="0"/>
              <a:t>System scalability via AWS cloud</a:t>
            </a:r>
          </a:p>
          <a:p>
            <a:r>
              <a:rPr lang="en-US" dirty="0"/>
              <a:t>Supports </a:t>
            </a:r>
            <a:r>
              <a:rPr lang="en-US" b="1" dirty="0"/>
              <a:t>multi-user learning sessions</a:t>
            </a:r>
            <a:endParaRPr lang="en-US" dirty="0"/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F5A5CE-B300-89BC-E95C-1969FB502E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297" y="2344708"/>
            <a:ext cx="6435361" cy="377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05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7C296-243C-1594-9058-001E702F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76B68D-D463-9766-AEC9-D5F0931E4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1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A9C270-EF78-017E-D8AD-FA3653134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6948"/>
            <a:ext cx="12192000" cy="88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731D0A-A7D6-163B-42D1-21B4ED4880BC}"/>
              </a:ext>
            </a:extLst>
          </p:cNvPr>
          <p:cNvSpPr txBox="1"/>
          <p:nvPr/>
        </p:nvSpPr>
        <p:spPr>
          <a:xfrm>
            <a:off x="1195432" y="1376431"/>
            <a:ext cx="112831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Future improvements: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3D AI avatar tutor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classroom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Offline learning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Indian language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AR/VR based immersive learning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E6AE7-FD96-98ED-4FBD-65E6C0FFEF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515" y="1135248"/>
            <a:ext cx="4852624" cy="3639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E19A85-71C0-CDB1-E025-208CF6B121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70" y="3429000"/>
            <a:ext cx="3310917" cy="331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4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70A1-3F6F-D725-B1A4-18010991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D71D8F8-BE66-440B-826A-5D9912060DE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:p14="http://schemas.microsoft.com/office/powerpoint/2010/main" val="30690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348</Words>
  <Application>Microsoft Office PowerPoint</Application>
  <PresentationFormat>Widescreen</PresentationFormat>
  <Paragraphs>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Manojaradhya Manoj</dc:creator>
  <cp:lastModifiedBy>Manojaradhya Manoj</cp:lastModifiedBy>
  <cp:revision>7</cp:revision>
  <dcterms:created xsi:type="dcterms:W3CDTF">2026-02-12T13:36:36Z</dcterms:created>
  <dcterms:modified xsi:type="dcterms:W3CDTF">2026-03-08T15:36:30Z</dcterms:modified>
</cp:coreProperties>
</file>